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F0E"/>
    <a:srgbClr val="006E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35"/>
  </p:normalViewPr>
  <p:slideViewPr>
    <p:cSldViewPr snapToGrid="0" showGuides="1">
      <p:cViewPr>
        <p:scale>
          <a:sx n="400" d="100"/>
          <a:sy n="400" d="100"/>
        </p:scale>
        <p:origin x="-10088" y="-5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3CA1-252A-311C-1C03-F5FB47235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A4C8A-58A2-9561-69C2-7D2A0DD46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E25CC-B739-FE69-E5A0-B9A491A9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70236-0A35-2550-FADC-10228071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9D66-969C-73B1-3B3D-FDC31456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1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DCD-F885-80BD-F3A6-E60590D9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E0D2-02F4-0A95-6F49-C26B79313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46F68-F5EE-AFE3-8E2E-770B26D40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FC31-B9BA-134E-1B66-256F0C65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FC25-B5C2-551F-B3CF-AD27BC17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4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156E-B779-FEAB-147D-E6E295CA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6B94C-3A67-4023-EDF4-33F1C2CB4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C1F5-DB7F-DB6E-3184-84290580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09F1-5644-1895-0720-9480AB069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2986A-BAEE-0C06-06D6-974448E5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3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80E8-F441-E57E-54D8-689EB803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F5F71-F403-5CF3-A492-3ED58A0A1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1F84F-FBB4-5C9A-98D4-056F047E2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1E906-1579-2215-28DA-769E4D178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3F86C-4404-F72C-6E44-88A2AC90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42DC1-775C-C952-E11C-D3BF3D47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D632-61F5-F572-C333-6833A526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D8257-AB21-982F-2136-ADEDE525F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46C3C-99E8-4CC1-2A1B-3CD051AC7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D8CE8-3136-3F67-2CD0-6344E4725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D4FA3-CB4C-5110-A5D9-F6BDA2644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B213D-0F43-FC16-BB22-54033013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BDDB4-A311-71FA-F128-1D9884A1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61CE28-CBC0-CFB9-F4F3-CC5A2E05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2900-BF4F-5CF3-85C1-76D45B1A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BDA0C-9A2F-69BB-0F35-D0F54207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10FBF-9CC8-A683-6CE3-407CC240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2D83F-292C-80F2-CE27-EAEF1D92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1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DD9A5-E975-D31F-C5C0-22525E036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13328-66F4-015F-F844-A4316732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69729-926E-CE01-6CB4-3394E58F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90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06CC-430F-8D53-7530-376642B6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31DC-FA4E-7615-1A04-3F9F06D4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B3BC1-26E5-F6CC-48BB-7F7006B87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A534F-1A2F-7370-9016-FBBF4EC1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2B7F2-9095-177A-1C80-303D9C68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EC063-5BB1-1663-55DF-F4BD738D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2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D945-D94B-EA1B-2228-66CEF961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90FE17-8E0E-36E5-F28F-41DC8D3FB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44644-5196-F5BA-D919-D99180EA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9AB86-59CB-08BA-7532-7A0C6146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5FB2E-1C2D-6B70-3516-C5E62FA0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83340-E1D7-139B-3DCC-5FB7E111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5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9652-AEA9-E068-23F6-E8DB4E50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C7E94-3BE0-32D3-1F24-C9091C28C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0975-D4D1-E677-3A43-F4FFCB82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3FF14-60E5-94A2-E04D-9DD16B14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D816-94F6-01A2-226D-87CD228C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6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C1884-28C6-A1D3-43CE-FAB476092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39A1A-515B-F015-52CE-551094C68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4FA0B-A233-164D-3E4C-13681843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3565A-76C6-1F60-2A59-3DAC43D8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32D8F-B17A-1653-0730-A97386DD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3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C8204B-0B08-3A3C-9908-BAA96C7F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1ED6C-339E-9B7D-E66E-ADDB91866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97990-A1A9-A4A9-F1D6-2DFF2A30F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0A24-FA40-0F45-A80B-51CDC7134B0C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345F6-F2AE-24D2-37F3-94164F3F0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31EA6-95FB-01CC-6FC3-8B5504A7C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C1CFD-B88F-314B-978D-9A361A001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4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iver with a red dot and a circle with lines around it&#10;&#10;AI-generated content may be incorrect.">
            <a:extLst>
              <a:ext uri="{FF2B5EF4-FFF2-40B4-BE49-F238E27FC236}">
                <a16:creationId xmlns:a16="http://schemas.microsoft.com/office/drawing/2014/main" id="{E10E36AA-2D33-0B3C-5422-C74B262D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50" t="9721" r="8885" b="23583"/>
          <a:stretch>
            <a:fillRect/>
          </a:stretch>
        </p:blipFill>
        <p:spPr>
          <a:xfrm>
            <a:off x="3901440" y="888273"/>
            <a:ext cx="4868091" cy="4336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7F775-D8B8-DF0F-C119-DAF3948BB0D5}"/>
              </a:ext>
            </a:extLst>
          </p:cNvPr>
          <p:cNvSpPr txBox="1"/>
          <p:nvPr/>
        </p:nvSpPr>
        <p:spPr>
          <a:xfrm>
            <a:off x="5005253" y="5225142"/>
            <a:ext cx="2181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err="1">
                <a:solidFill>
                  <a:srgbClr val="FA4F0E"/>
                </a:solidFill>
                <a:latin typeface="Avenir Black" panose="02000503020000020003" pitchFamily="2" charset="0"/>
              </a:rPr>
              <a:t>ePAI</a:t>
            </a:r>
            <a:endParaRPr lang="en-US" sz="7200" b="1" dirty="0">
              <a:solidFill>
                <a:srgbClr val="FA4F0E"/>
              </a:solidFill>
              <a:latin typeface="Avenir Blac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068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Wenxuan Li</dc:creator>
  <cp:lastModifiedBy>Wenxuan Li</cp:lastModifiedBy>
  <cp:revision>2</cp:revision>
  <dcterms:created xsi:type="dcterms:W3CDTF">2025-06-07T17:15:39Z</dcterms:created>
  <dcterms:modified xsi:type="dcterms:W3CDTF">2025-06-07T17:25:30Z</dcterms:modified>
</cp:coreProperties>
</file>