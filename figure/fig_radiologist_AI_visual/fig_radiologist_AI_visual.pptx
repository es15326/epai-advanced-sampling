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19"/>
  </p:normalViewPr>
  <p:slideViewPr>
    <p:cSldViewPr snapToGrid="0">
      <p:cViewPr varScale="1">
        <p:scale>
          <a:sx n="122" d="100"/>
          <a:sy n="122" d="100"/>
        </p:scale>
        <p:origin x="2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FE685-89B8-522C-049D-50C27CB81D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D1B118-B52A-758F-33F0-4BDAC51EBD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632C6-20A7-C6B1-4BAD-0210BF96E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335F5-2697-B1B3-F3B9-68546E10E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43F1C-D89D-4CAC-3C3A-8BC244669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967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7D54-2653-3E59-7186-54A8B91FB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48ACF-2BEA-5714-2AB1-D41C4EFCE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CAC14C-93B2-3926-3EFA-FB4FD75E7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19533-6F32-8056-427D-7AA1CCAE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44F97-9CB7-7767-DFED-9ABF999E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29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B4A5-E534-BE86-119E-B4FC40562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993B6-64D8-0458-60CB-87FE08D19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6B3C5-9A5D-B950-7186-9B23D431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9734C1-3569-42FA-B1F0-9040782FD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F2289-0DE8-FFC0-B4F3-D0EBE46E1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71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B8C57-F7D6-F6BF-3DF5-C9D90E464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59DE3-C138-2746-9133-73FDCE0E8B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D02595-A059-0BF4-9070-EC5DDF13EF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C3190-889E-FA40-2492-8698477D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9AE4A-4688-4311-8AA7-0077D65E9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9E9E49-0058-1DD8-E9D7-DFDCB9905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93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327DC-B34B-10AF-16D7-CA4EB6509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580C2-7FE8-7B6E-DE0E-28432879E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6C6DDD-47FB-9EDD-9B16-DB727F83D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359766-32E9-ED52-AB3D-DA9B775AAC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F45C8C-3740-DC3F-C2F3-892DA62D1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B7D4D8-AF8E-E394-46DA-BBA1D3FD2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7B288-3F85-36A3-32D7-F7FDD84B7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2097B3-D590-4F95-A8BD-83EB44789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15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8729-FDDA-7F95-A873-7E5DD7F9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B8C90-BE88-D831-2103-E64CEC598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FEA0C7-A5A9-A450-5D5C-8ACD08CF1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C2495B-6845-2ECA-6D6A-F0C1F4272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09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1D8A6F8-252A-D6C8-F692-30860080F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A0C7F1-44D8-0B4A-6FB0-A6DDA154D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1C08F-48A5-493D-2CCC-09E56B9F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105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39D32A-9131-A3EC-19A9-E54E9CF72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32C2A-6F0F-8752-97AA-9442B101C5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7103D1-8DC2-94E7-142A-30E0279E9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66D7C9-6180-4790-44AE-6388BFC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7AE5F4-BE87-B8D4-341F-92F230206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95EB76-5A5B-6D0A-85F5-1E2495A86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0947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C98AA-CA5E-A065-824B-CB264C3DB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DE40B-0F9A-B72F-0BAC-6DDCC7A61D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53D07-C1CC-AC71-A403-DFF60627EE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BD39B-C367-4877-1264-EAF00F113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F9969C-1D14-A549-6BC6-BAB5431D5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6F69F-A9CE-DCCE-D122-FB159AD7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297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01249-C0AF-0EFE-1123-083440ABB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20728-CEA7-32EA-7659-C71748E7A1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7A90F-DB42-6D3D-7A97-8ACE1371D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B2F52A-B6F4-6F3D-CA03-8181CE3F9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9CFF92-14EB-8B69-6ED3-9FA6D8FA5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340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CD6BE1-AD3F-609E-42C2-8F99AF7491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26E774-6754-BD4B-DCC2-E06FA22193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E5EFF-55A7-4D40-90C7-B74EF4ACD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707BE-CC9D-DDA1-FEA3-6DECA3CBAB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BD7C5-9CB2-417C-4D7E-5CD7F2C1C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6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7B84F5-441E-E903-A13F-F9A4134DC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6641E-A2FE-A8BA-3191-C78F6459A6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20D349-A667-C1D7-45E1-9BB654507B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48D2F2-7230-0641-8F38-9FFEF1F9DA5B}" type="datetimeFigureOut">
              <a:rPr lang="en-US" smtClean="0"/>
              <a:t>5/7/25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F9F68-11F5-E5BE-ADDA-21D2E3417C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21B1-28CA-B356-681D-FD563FB0D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1B6650-55A5-6643-97B3-F48871C6ED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1559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x-ray of a patient&#10;&#10;Description automatically generated">
            <a:extLst>
              <a:ext uri="{FF2B5EF4-FFF2-40B4-BE49-F238E27FC236}">
                <a16:creationId xmlns:a16="http://schemas.microsoft.com/office/drawing/2014/main" id="{7E358700-91A8-0B82-FBB9-13334CD5FDB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090" t="23994" r="39526" b="45441"/>
          <a:stretch/>
        </p:blipFill>
        <p:spPr>
          <a:xfrm>
            <a:off x="3878317" y="2076400"/>
            <a:ext cx="2096208" cy="20962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3" name="Picture 2" descr="A ct scan of a patient&#10;&#10;Description automatically generated">
            <a:extLst>
              <a:ext uri="{FF2B5EF4-FFF2-40B4-BE49-F238E27FC236}">
                <a16:creationId xmlns:a16="http://schemas.microsoft.com/office/drawing/2014/main" id="{86A57264-2F5A-446F-3826-19CC03FDB1E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091" t="23994" r="39525" b="45441"/>
          <a:stretch/>
        </p:blipFill>
        <p:spPr>
          <a:xfrm>
            <a:off x="6199387" y="2076400"/>
            <a:ext cx="2096208" cy="209620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84BCC41-FE3C-948A-2330-9F8F8D088418}"/>
              </a:ext>
            </a:extLst>
          </p:cNvPr>
          <p:cNvSpPr txBox="1"/>
          <p:nvPr/>
        </p:nvSpPr>
        <p:spPr>
          <a:xfrm>
            <a:off x="4237771" y="4172608"/>
            <a:ext cx="1377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radiologists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F52296-E4AD-C064-4723-CF8411D105BC}"/>
              </a:ext>
            </a:extLst>
          </p:cNvPr>
          <p:cNvSpPr txBox="1"/>
          <p:nvPr/>
        </p:nvSpPr>
        <p:spPr>
          <a:xfrm>
            <a:off x="6923236" y="4172608"/>
            <a:ext cx="64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Avenir Book" panose="02000503020000020003" pitchFamily="2" charset="0"/>
              </a:rPr>
              <a:t>ePAI</a:t>
            </a:r>
          </a:p>
        </p:txBody>
      </p:sp>
    </p:spTree>
    <p:extLst>
      <p:ext uri="{BB962C8B-B14F-4D97-AF65-F5344CB8AC3E}">
        <p14:creationId xmlns:p14="http://schemas.microsoft.com/office/powerpoint/2010/main" val="1137343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Avenir Book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Zongwei Zhou</dc:creator>
  <cp:lastModifiedBy>Zongwei Zhou</cp:lastModifiedBy>
  <cp:revision>3</cp:revision>
  <dcterms:created xsi:type="dcterms:W3CDTF">2025-05-07T05:26:46Z</dcterms:created>
  <dcterms:modified xsi:type="dcterms:W3CDTF">2025-05-07T05:29:56Z</dcterms:modified>
</cp:coreProperties>
</file>