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26"/>
  </p:normalViewPr>
  <p:slideViewPr>
    <p:cSldViewPr snapToGrid="0">
      <p:cViewPr>
        <p:scale>
          <a:sx n="222" d="100"/>
          <a:sy n="222" d="100"/>
        </p:scale>
        <p:origin x="-12760" y="-8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8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6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3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0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36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0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7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7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3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7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6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6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0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22175-764B-0049-A16D-245A7496FC9E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D94D1-82B5-0044-9B56-DC3C3D8A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9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patients&#10;&#10;Description automatically generated">
            <a:extLst>
              <a:ext uri="{FF2B5EF4-FFF2-40B4-BE49-F238E27FC236}">
                <a16:creationId xmlns:a16="http://schemas.microsoft.com/office/drawing/2014/main" id="{C0E9A60F-986A-A7E7-BEF0-0C1084FD6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964" y="6494619"/>
            <a:ext cx="3805339" cy="380533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8539A25-F80E-CEA9-20F3-32400847F919}"/>
              </a:ext>
            </a:extLst>
          </p:cNvPr>
          <p:cNvGrpSpPr/>
          <p:nvPr/>
        </p:nvGrpSpPr>
        <p:grpSpPr>
          <a:xfrm>
            <a:off x="10659847" y="6860875"/>
            <a:ext cx="4870539" cy="2435270"/>
            <a:chOff x="1939045" y="4362816"/>
            <a:chExt cx="3119364" cy="1559682"/>
          </a:xfrm>
        </p:grpSpPr>
        <p:pic>
          <p:nvPicPr>
            <p:cNvPr id="6" name="Picture 5" descr="An x-ray of a patient&#10;&#10;Description automatically generated">
              <a:extLst>
                <a:ext uri="{FF2B5EF4-FFF2-40B4-BE49-F238E27FC236}">
                  <a16:creationId xmlns:a16="http://schemas.microsoft.com/office/drawing/2014/main" id="{F3D73118-7C28-23C4-0CF1-5911764D17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90" t="23994" r="39526" b="45441"/>
            <a:stretch/>
          </p:blipFill>
          <p:spPr>
            <a:xfrm>
              <a:off x="1939045" y="4362816"/>
              <a:ext cx="1559682" cy="155968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7" name="Picture 6" descr="A ct scan of a patient&#10;&#10;Description automatically generated">
              <a:extLst>
                <a:ext uri="{FF2B5EF4-FFF2-40B4-BE49-F238E27FC236}">
                  <a16:creationId xmlns:a16="http://schemas.microsoft.com/office/drawing/2014/main" id="{A0A9605D-0269-04A2-ABFA-DA8B0A20C7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091" t="23994" r="39525" b="45441"/>
            <a:stretch/>
          </p:blipFill>
          <p:spPr>
            <a:xfrm>
              <a:off x="3498727" y="4362816"/>
              <a:ext cx="1559682" cy="155968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7C9FEF1-CD98-4303-9F72-E4917F5472DB}"/>
              </a:ext>
            </a:extLst>
          </p:cNvPr>
          <p:cNvSpPr txBox="1"/>
          <p:nvPr/>
        </p:nvSpPr>
        <p:spPr>
          <a:xfrm>
            <a:off x="10181821" y="9296143"/>
            <a:ext cx="3391320" cy="85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radiologists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8E6D31-5ED3-80D4-AA2B-C6BA0005564E}"/>
              </a:ext>
            </a:extLst>
          </p:cNvPr>
          <p:cNvSpPr txBox="1"/>
          <p:nvPr/>
        </p:nvSpPr>
        <p:spPr>
          <a:xfrm>
            <a:off x="13575245" y="9296142"/>
            <a:ext cx="1475012" cy="85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ePAI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710BD1-E8D2-CDF1-8E99-F04F4F332954}"/>
              </a:ext>
            </a:extLst>
          </p:cNvPr>
          <p:cNvSpPr txBox="1"/>
          <p:nvPr/>
        </p:nvSpPr>
        <p:spPr>
          <a:xfrm>
            <a:off x="9679790" y="6347012"/>
            <a:ext cx="6830665" cy="85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venir Black" panose="02000503020000020003" pitchFamily="2" charset="0"/>
              </a:rPr>
              <a:t>prediagnostic CT scans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D12064-30DE-8C14-CF1F-D19FFE6C2423}"/>
              </a:ext>
            </a:extLst>
          </p:cNvPr>
          <p:cNvSpPr/>
          <p:nvPr/>
        </p:nvSpPr>
        <p:spPr>
          <a:xfrm>
            <a:off x="13726503" y="7675837"/>
            <a:ext cx="486393" cy="4863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EF5B51E0-5142-CC9D-04AD-AF24A9643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864" y="10727730"/>
            <a:ext cx="8476985" cy="3716546"/>
          </a:xfrm>
          <a:prstGeom prst="rect">
            <a:avLst/>
          </a:prstGeom>
        </p:spPr>
      </p:pic>
      <p:pic>
        <p:nvPicPr>
          <p:cNvPr id="29" name="Picture 28" descr="A graph with a line and a point&#10;&#10;Description automatically generated with medium confidence">
            <a:extLst>
              <a:ext uri="{FF2B5EF4-FFF2-40B4-BE49-F238E27FC236}">
                <a16:creationId xmlns:a16="http://schemas.microsoft.com/office/drawing/2014/main" id="{0C8B88B5-3441-01B9-B358-07F2A6C6E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864" y="6494619"/>
            <a:ext cx="3976519" cy="380533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97E5611-1E92-F9B1-1D03-1ACA580AE594}"/>
              </a:ext>
            </a:extLst>
          </p:cNvPr>
          <p:cNvGrpSpPr/>
          <p:nvPr/>
        </p:nvGrpSpPr>
        <p:grpSpPr>
          <a:xfrm>
            <a:off x="11648661" y="9871788"/>
            <a:ext cx="3028072" cy="1026367"/>
            <a:chOff x="11648661" y="9871788"/>
            <a:chExt cx="3028072" cy="1026367"/>
          </a:xfrm>
        </p:grpSpPr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54EDBE06-D13F-D6C3-3716-B11AB5C7ED83}"/>
                </a:ext>
              </a:extLst>
            </p:cNvPr>
            <p:cNvSpPr/>
            <p:nvPr/>
          </p:nvSpPr>
          <p:spPr>
            <a:xfrm rot="5400000">
              <a:off x="12649513" y="8870936"/>
              <a:ext cx="1026367" cy="3028072"/>
            </a:xfrm>
            <a:prstGeom prst="rightArrow">
              <a:avLst>
                <a:gd name="adj1" fmla="val 74911"/>
                <a:gd name="adj2" fmla="val 47248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A9CA47B-320B-34B9-4001-25EEEA3D0B06}"/>
                </a:ext>
              </a:extLst>
            </p:cNvPr>
            <p:cNvSpPr txBox="1"/>
            <p:nvPr/>
          </p:nvSpPr>
          <p:spPr>
            <a:xfrm>
              <a:off x="12047203" y="10033079"/>
              <a:ext cx="22309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venir Book" panose="02000503020000020003" pitchFamily="2" charset="0"/>
                </a:rPr>
                <a:t>~8.2 month later…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FEDEC8-1DC6-4A44-E496-4ECCAD87E00E}"/>
              </a:ext>
            </a:extLst>
          </p:cNvPr>
          <p:cNvGrpSpPr/>
          <p:nvPr/>
        </p:nvGrpSpPr>
        <p:grpSpPr>
          <a:xfrm>
            <a:off x="10177747" y="11084781"/>
            <a:ext cx="5860812" cy="3805338"/>
            <a:chOff x="11050753" y="11549156"/>
            <a:chExt cx="4272324" cy="2773956"/>
          </a:xfrm>
        </p:grpSpPr>
        <p:pic>
          <p:nvPicPr>
            <p:cNvPr id="37" name="Picture 36" descr="A close-up of an x-ray of a body&#10;&#10;Description automatically generated">
              <a:extLst>
                <a:ext uri="{FF2B5EF4-FFF2-40B4-BE49-F238E27FC236}">
                  <a16:creationId xmlns:a16="http://schemas.microsoft.com/office/drawing/2014/main" id="{7E5A13D7-383C-45AD-25F3-A392765F2F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1434" t="39491" r="40687" b="29052"/>
            <a:stretch/>
          </p:blipFill>
          <p:spPr>
            <a:xfrm>
              <a:off x="11411690" y="11923744"/>
              <a:ext cx="1775222" cy="177522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38" name="Picture 37" descr="A ct scan of a person's body&#10;&#10;Description automatically generated">
              <a:extLst>
                <a:ext uri="{FF2B5EF4-FFF2-40B4-BE49-F238E27FC236}">
                  <a16:creationId xmlns:a16="http://schemas.microsoft.com/office/drawing/2014/main" id="{5C4037A0-3423-44E3-9D34-691BCB2911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1435" t="39491" r="40686" b="29052"/>
            <a:stretch/>
          </p:blipFill>
          <p:spPr>
            <a:xfrm>
              <a:off x="13194760" y="11923744"/>
              <a:ext cx="1775223" cy="177522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016E8D-966E-5A57-E432-17B79FA2AD93}"/>
                </a:ext>
              </a:extLst>
            </p:cNvPr>
            <p:cNvSpPr txBox="1"/>
            <p:nvPr/>
          </p:nvSpPr>
          <p:spPr>
            <a:xfrm>
              <a:off x="11063226" y="13698967"/>
              <a:ext cx="2472152" cy="624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radiologists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CBA766-05C1-B4DA-6242-3462DBBA3EEB}"/>
                </a:ext>
              </a:extLst>
            </p:cNvPr>
            <p:cNvSpPr txBox="1"/>
            <p:nvPr/>
          </p:nvSpPr>
          <p:spPr>
            <a:xfrm>
              <a:off x="13536911" y="13698967"/>
              <a:ext cx="1075231" cy="624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ePAI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C54188-FC96-91DA-290F-C3CD472FC087}"/>
                </a:ext>
              </a:extLst>
            </p:cNvPr>
            <p:cNvSpPr txBox="1"/>
            <p:nvPr/>
          </p:nvSpPr>
          <p:spPr>
            <a:xfrm>
              <a:off x="11050753" y="11549156"/>
              <a:ext cx="4272324" cy="624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venir Black" panose="02000503020000020003" pitchFamily="2" charset="0"/>
                </a:rPr>
                <a:t>diagnostic CT scans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5A4F79-EABE-289D-3571-EEB7C33545A4}"/>
                </a:ext>
              </a:extLst>
            </p:cNvPr>
            <p:cNvSpPr/>
            <p:nvPr/>
          </p:nvSpPr>
          <p:spPr>
            <a:xfrm>
              <a:off x="13777971" y="12647929"/>
              <a:ext cx="576410" cy="5764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577CAF-4DBB-BB29-FA34-65FC9F540A47}"/>
                </a:ext>
              </a:extLst>
            </p:cNvPr>
            <p:cNvSpPr/>
            <p:nvPr/>
          </p:nvSpPr>
          <p:spPr>
            <a:xfrm>
              <a:off x="12011096" y="12647929"/>
              <a:ext cx="576410" cy="5764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901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16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Black</vt:lpstr>
      <vt:lpstr>Avenir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4</cp:revision>
  <dcterms:created xsi:type="dcterms:W3CDTF">2025-05-07T05:35:08Z</dcterms:created>
  <dcterms:modified xsi:type="dcterms:W3CDTF">2025-05-07T13:23:12Z</dcterms:modified>
</cp:coreProperties>
</file>